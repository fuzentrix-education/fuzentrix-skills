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/>
  <p:sldSz cx="18288000" cy="10287000"/>
  <p:notesSz cx="6858000" cy="9144000"/>
  <p:embeddedFontLst>
    <p:embeddedFont>
      <p:font typeface="Aptos Bold" panose="020B0004020202020204" pitchFamily="34" charset="0"/>
      <p:regular r:id="rId17"/>
      <p:bold r:id="rId18"/>
    </p:embeddedFont>
    <p:embeddedFont>
      <p:font typeface="Calibri (MS)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font" Target="fonts/font2.fntdata"/><Relationship Id="rId21" Type="http://schemas.openxmlformats.org/officeDocument/2006/relationships/viewProps" Target="viewProps.xml"/><Relationship Id="rId17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3" Type="http://schemas.openxmlformats.org/officeDocument/2006/relationships/tableStyles" Target="tableStyles.xml"/><Relationship Id="rId19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String is a sequence of characters enclosed within quotes.</dc:title>
  <cp:revision>2</cp:revision>
  <dcterms:created xsi:type="dcterms:W3CDTF">2006-08-16T00:00:00Z</dcterms:created>
  <dcterms:modified xsi:type="dcterms:W3CDTF">2026-10-01T07:18:23Z</dcterms:modified>
  <dc:identifier>DAHWkt6NkYc</dc:identifier>
</cp:coreProperties>
</file>